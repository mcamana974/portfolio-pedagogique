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53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460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27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68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77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19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23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20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88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49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23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DE9FC-0966-4694-89DA-C3E41407DABC}" type="datetimeFigureOut">
              <a:rPr lang="fr-FR" smtClean="0"/>
              <a:t>19/11/2019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AED81E5-4F45-41E9-9C90-B5D64FE70B6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17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DCB6A9-9028-4CA7-A059-733F43265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765" y="2672868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/>
              <a:t>Speed Meeting  au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4" name="Image 3" descr="banniÃ¨re parcoursup">
            <a:extLst>
              <a:ext uri="{FF2B5EF4-FFF2-40B4-BE49-F238E27FC236}">
                <a16:creationId xmlns:a16="http://schemas.microsoft.com/office/drawing/2014/main" id="{B23E994B-7A10-4625-9A0F-9C105ACA178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913" y="207548"/>
            <a:ext cx="2557145" cy="16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619D5A4-7E54-4ECE-81E5-D8FA96894629}"/>
              </a:ext>
            </a:extLst>
          </p:cNvPr>
          <p:cNvSpPr txBox="1"/>
          <p:nvPr/>
        </p:nvSpPr>
        <p:spPr>
          <a:xfrm>
            <a:off x="2425148" y="4134171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Jeunes chefs d’entreprise</a:t>
            </a:r>
          </a:p>
          <a:p>
            <a:br>
              <a:rPr lang="fr-FR" dirty="0"/>
            </a:b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52EAEF3-CD00-4581-BBB6-462682AA4DD9}"/>
              </a:ext>
            </a:extLst>
          </p:cNvPr>
          <p:cNvSpPr txBox="1"/>
          <p:nvPr/>
        </p:nvSpPr>
        <p:spPr>
          <a:xfrm>
            <a:off x="7699773" y="4156211"/>
            <a:ext cx="361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Elèves de la terminale Mercatique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CAC7B80-FFF4-4234-89EC-3E5D90D3F22F}"/>
              </a:ext>
            </a:extLst>
          </p:cNvPr>
          <p:cNvSpPr txBox="1"/>
          <p:nvPr/>
        </p:nvSpPr>
        <p:spPr>
          <a:xfrm>
            <a:off x="9733721" y="5548456"/>
            <a:ext cx="322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Novembre 2019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C96E021-E2BB-4D2C-A65A-51AEBF7735E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336" y="2216401"/>
            <a:ext cx="1744455" cy="124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0" name="Picture 2" descr="Résultat de recherche d'images pour &quot;lycée félix Ebouée&quot;">
            <a:extLst>
              <a:ext uri="{FF2B5EF4-FFF2-40B4-BE49-F238E27FC236}">
                <a16:creationId xmlns:a16="http://schemas.microsoft.com/office/drawing/2014/main" id="{E1BBD72A-69F9-48A5-9C28-026FBBBE6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08" y="79134"/>
            <a:ext cx="2847975" cy="173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350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711CA-A4D3-46C5-8228-DE3FA9A6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Histoire de </a:t>
            </a:r>
            <a:br>
              <a:rPr lang="fr-FR"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Deux Jeunes entrepreneurs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1F8671-E87E-45AB-BA22-7DE4FC04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3318" y="2169083"/>
            <a:ext cx="3288292" cy="3884028"/>
          </a:xfrm>
        </p:spPr>
        <p:txBody>
          <a:bodyPr/>
          <a:lstStyle/>
          <a:p>
            <a:r>
              <a:rPr lang="fr-FR" sz="3200" dirty="0"/>
              <a:t>Yann </a:t>
            </a:r>
            <a:r>
              <a:rPr lang="fr-FR" sz="3200" dirty="0" err="1"/>
              <a:t>Richol</a:t>
            </a:r>
            <a:endParaRPr lang="fr-FR" sz="3200" dirty="0"/>
          </a:p>
          <a:p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DF8BE5C-977F-4B11-A013-956A3BC66B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fr-FR" sz="2800" dirty="0"/>
              <a:t>Axel </a:t>
            </a:r>
            <a:r>
              <a:rPr lang="fr-FR" sz="3200" dirty="0" err="1"/>
              <a:t>Loupeda</a:t>
            </a:r>
            <a:r>
              <a:rPr lang="fr-FR" sz="2800" dirty="0"/>
              <a:t> </a:t>
            </a:r>
            <a:r>
              <a:rPr lang="fr-FR" dirty="0"/>
              <a:t>: un </a:t>
            </a:r>
            <a:r>
              <a:rPr lang="fr-FR" dirty="0" err="1"/>
              <a:t>coordonnier</a:t>
            </a:r>
            <a:r>
              <a:rPr lang="fr-FR" dirty="0"/>
              <a:t> 2. 0</a:t>
            </a:r>
          </a:p>
        </p:txBody>
      </p:sp>
      <p:pic>
        <p:nvPicPr>
          <p:cNvPr id="1026" name="Picture 2" descr="Résultat de recherche d'images pour &quot;kréyol pailles&quot;">
            <a:extLst>
              <a:ext uri="{FF2B5EF4-FFF2-40B4-BE49-F238E27FC236}">
                <a16:creationId xmlns:a16="http://schemas.microsoft.com/office/drawing/2014/main" id="{31BCDB80-8193-4541-A258-26C18BA2D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271" y="2916223"/>
            <a:ext cx="1294985" cy="1294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8D38569-339F-4A52-A3F9-748B8D58A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307" y="2639800"/>
            <a:ext cx="1635329" cy="1635329"/>
          </a:xfrm>
          <a:prstGeom prst="rect">
            <a:avLst/>
          </a:prstGeom>
        </p:spPr>
      </p:pic>
      <p:pic>
        <p:nvPicPr>
          <p:cNvPr id="1028" name="Picture 4" descr="Résultat de recherche d'images pour &quot;BelPair&quot;">
            <a:extLst>
              <a:ext uri="{FF2B5EF4-FFF2-40B4-BE49-F238E27FC236}">
                <a16:creationId xmlns:a16="http://schemas.microsoft.com/office/drawing/2014/main" id="{68A5C435-1A3D-40F4-B59C-5AE144856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261" y="4319381"/>
            <a:ext cx="1635329" cy="129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A29C2E-A0D7-4E09-86DD-C39E75DE9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104" y="4111097"/>
            <a:ext cx="1882578" cy="146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ésultat de recherche d'images pour &quot;kréyol pailles&quot;">
            <a:extLst>
              <a:ext uri="{FF2B5EF4-FFF2-40B4-BE49-F238E27FC236}">
                <a16:creationId xmlns:a16="http://schemas.microsoft.com/office/drawing/2014/main" id="{3C339267-60B5-4C10-8AAC-4066149D8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536" y="4382523"/>
            <a:ext cx="1637465" cy="146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ésultat de recherche d'images pour &quot;kréyol pailles&quot;">
            <a:extLst>
              <a:ext uri="{FF2B5EF4-FFF2-40B4-BE49-F238E27FC236}">
                <a16:creationId xmlns:a16="http://schemas.microsoft.com/office/drawing/2014/main" id="{6C34007E-2E92-4319-95A0-8999F76AF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42" y="4275129"/>
            <a:ext cx="1635329" cy="157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7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3D2B04-B3C8-4173-A84C-1B457093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Parcours Suivi </a:t>
            </a:r>
            <a:br>
              <a:rPr lang="fr-FR" dirty="0"/>
            </a:br>
            <a:r>
              <a:rPr lang="fr-FR" dirty="0"/>
              <a:t>                                             par Yann RICHOL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2BCBD5-C23C-4FA4-89FE-DC9F99664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études suivies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035D949B-1BB5-4CE0-8FBF-0AC287D530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22703" y="4551265"/>
            <a:ext cx="1591194" cy="999831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2334CE2-F9F8-46AD-87CD-C0D1108F3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/>
          <a:lstStyle/>
          <a:p>
            <a:r>
              <a:rPr lang="fr-FR" dirty="0"/>
              <a:t>Les postes occupés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343E77E-B977-4FC4-8DEB-FA033685241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Commercial</a:t>
            </a:r>
          </a:p>
        </p:txBody>
      </p:sp>
      <p:pic>
        <p:nvPicPr>
          <p:cNvPr id="2052" name="Picture 4" descr="Résultat de recherche d'images pour &quot;Callisto en guyane&quot;">
            <a:extLst>
              <a:ext uri="{FF2B5EF4-FFF2-40B4-BE49-F238E27FC236}">
                <a16:creationId xmlns:a16="http://schemas.microsoft.com/office/drawing/2014/main" id="{8A0C4F65-BE6D-4960-AE03-3AF451CE6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83" y="2980559"/>
            <a:ext cx="1374292" cy="144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08A66800-E563-42F1-9D11-FAF4AE9B681E}"/>
              </a:ext>
            </a:extLst>
          </p:cNvPr>
          <p:cNvSpPr txBox="1">
            <a:spLocks/>
          </p:cNvSpPr>
          <p:nvPr/>
        </p:nvSpPr>
        <p:spPr>
          <a:xfrm>
            <a:off x="1474925" y="2846815"/>
            <a:ext cx="4645152" cy="2637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Etudes secondaires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Etudes Postbac</a:t>
            </a:r>
          </a:p>
        </p:txBody>
      </p:sp>
      <p:pic>
        <p:nvPicPr>
          <p:cNvPr id="2054" name="Picture 6" descr="Résultat de recherche d'images pour &quot;lycée Melkior Garré&quot;">
            <a:extLst>
              <a:ext uri="{FF2B5EF4-FFF2-40B4-BE49-F238E27FC236}">
                <a16:creationId xmlns:a16="http://schemas.microsoft.com/office/drawing/2014/main" id="{CD16F84C-47D7-4472-A89E-C670D1EE0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767" y="3177034"/>
            <a:ext cx="1344130" cy="80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372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3D2B04-B3C8-4173-A84C-1B457093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Parcours Suivi</a:t>
            </a:r>
            <a:br>
              <a:rPr lang="fr-FR" dirty="0"/>
            </a:br>
            <a:r>
              <a:rPr lang="fr-FR" dirty="0"/>
              <a:t>                                          Par Axel </a:t>
            </a:r>
            <a:r>
              <a:rPr lang="fr-FR" dirty="0" err="1"/>
              <a:t>Loupéda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2BCBD5-C23C-4FA4-89FE-DC9F99664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3534" y="1860482"/>
            <a:ext cx="4645152" cy="668102"/>
          </a:xfrm>
        </p:spPr>
        <p:txBody>
          <a:bodyPr/>
          <a:lstStyle/>
          <a:p>
            <a:r>
              <a:rPr lang="fr-FR" dirty="0"/>
              <a:t>Les études suivies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492B02-8707-409E-BA15-D4C2D04A3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3534" y="2687651"/>
            <a:ext cx="4645152" cy="2644457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Etudes secondaires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Etudes postbac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2334CE2-F9F8-46AD-87CD-C0D1108F3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2362" y="1939869"/>
            <a:ext cx="4645152" cy="588716"/>
          </a:xfrm>
        </p:spPr>
        <p:txBody>
          <a:bodyPr/>
          <a:lstStyle/>
          <a:p>
            <a:r>
              <a:rPr lang="fr-FR" dirty="0"/>
              <a:t>Les postes occupés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343E77E-B977-4FC4-8DEB-FA033685241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Consultant </a:t>
            </a:r>
          </a:p>
        </p:txBody>
      </p:sp>
      <p:pic>
        <p:nvPicPr>
          <p:cNvPr id="3074" name="Picture 2" descr="Résultat de recherche d'images pour &quot;Université guyane&quot;">
            <a:extLst>
              <a:ext uri="{FF2B5EF4-FFF2-40B4-BE49-F238E27FC236}">
                <a16:creationId xmlns:a16="http://schemas.microsoft.com/office/drawing/2014/main" id="{C05EF815-A5BE-4D76-8554-573AFA693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91" y="4364106"/>
            <a:ext cx="1925431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ésultat de recherche d'images pour &quot;Boutique de gestion en Guyane&quot;">
            <a:extLst>
              <a:ext uri="{FF2B5EF4-FFF2-40B4-BE49-F238E27FC236}">
                <a16:creationId xmlns:a16="http://schemas.microsoft.com/office/drawing/2014/main" id="{5C4FF826-847F-44EA-B5C7-607DCCBB5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938" y="3025751"/>
            <a:ext cx="17145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71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C012F8-1B26-4857-B83E-4BB975EF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naissance </a:t>
            </a:r>
            <a:br>
              <a:rPr lang="fr-FR" dirty="0"/>
            </a:br>
            <a:r>
              <a:rPr lang="fr-FR" dirty="0"/>
              <a:t>					de l’entreprise</a:t>
            </a:r>
          </a:p>
        </p:txBody>
      </p:sp>
      <p:pic>
        <p:nvPicPr>
          <p:cNvPr id="4098" name="Picture 2" descr="Résultat de recherche d'images pour &quot;naissance d'une entreprise&quot;">
            <a:extLst>
              <a:ext uri="{FF2B5EF4-FFF2-40B4-BE49-F238E27FC236}">
                <a16:creationId xmlns:a16="http://schemas.microsoft.com/office/drawing/2014/main" id="{9B227D3E-F022-4E87-9A3A-0C2A8F5DFA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2" y="2869406"/>
            <a:ext cx="26289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97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6E94DE-04F6-4091-84A9-A93BC4A22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Son histoire</a:t>
            </a:r>
          </a:p>
          <a:p>
            <a:r>
              <a:rPr lang="fr-FR" dirty="0"/>
              <a:t>Sa vision</a:t>
            </a:r>
          </a:p>
          <a:p>
            <a:r>
              <a:rPr lang="fr-FR" dirty="0"/>
              <a:t>Ses ambitions</a:t>
            </a:r>
          </a:p>
          <a:p>
            <a:r>
              <a:rPr lang="fr-FR" dirty="0"/>
              <a:t>Ses parties prenantes</a:t>
            </a:r>
          </a:p>
        </p:txBody>
      </p:sp>
      <p:pic>
        <p:nvPicPr>
          <p:cNvPr id="4" name="Picture 2" descr="Résultat de recherche d'images pour &quot;kréyol pailles&quot;">
            <a:extLst>
              <a:ext uri="{FF2B5EF4-FFF2-40B4-BE49-F238E27FC236}">
                <a16:creationId xmlns:a16="http://schemas.microsoft.com/office/drawing/2014/main" id="{C8C3405D-DC09-4B71-A81B-C7EA0D40C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257458"/>
            <a:ext cx="2544416" cy="139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Résultat de recherche d'images pour &quot;kréyol pailles&quot;">
            <a:extLst>
              <a:ext uri="{FF2B5EF4-FFF2-40B4-BE49-F238E27FC236}">
                <a16:creationId xmlns:a16="http://schemas.microsoft.com/office/drawing/2014/main" id="{690423F5-00E3-42FD-ABED-4697266F4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101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ésultat de recherche d'images pour &quot;kréyol pailles&quot;">
            <a:extLst>
              <a:ext uri="{FF2B5EF4-FFF2-40B4-BE49-F238E27FC236}">
                <a16:creationId xmlns:a16="http://schemas.microsoft.com/office/drawing/2014/main" id="{63765B3C-7BC0-4A62-9817-856E71252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971" y="3131714"/>
            <a:ext cx="19145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ésultat de recherche d'images pour &quot;panza paille&quot;">
            <a:extLst>
              <a:ext uri="{FF2B5EF4-FFF2-40B4-BE49-F238E27FC236}">
                <a16:creationId xmlns:a16="http://schemas.microsoft.com/office/drawing/2014/main" id="{C7AAC624-5CBD-4B70-AC02-5924F27D1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846" y="4327102"/>
            <a:ext cx="28194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Résultat de recherche d'images pour &quot;Kana paille&quot;">
            <a:extLst>
              <a:ext uri="{FF2B5EF4-FFF2-40B4-BE49-F238E27FC236}">
                <a16:creationId xmlns:a16="http://schemas.microsoft.com/office/drawing/2014/main" id="{A8C91D3C-C7E3-462B-9BBD-8AF1E0BDE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345" y="332322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739CAA-ED9C-4041-A93D-93166DBC38C8}"/>
              </a:ext>
            </a:extLst>
          </p:cNvPr>
          <p:cNvSpPr/>
          <p:nvPr/>
        </p:nvSpPr>
        <p:spPr>
          <a:xfrm>
            <a:off x="3995995" y="1462630"/>
            <a:ext cx="2976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https://www.kreyolpailles.com</a:t>
            </a:r>
          </a:p>
        </p:txBody>
      </p:sp>
    </p:spTree>
    <p:extLst>
      <p:ext uri="{BB962C8B-B14F-4D97-AF65-F5344CB8AC3E}">
        <p14:creationId xmlns:p14="http://schemas.microsoft.com/office/powerpoint/2010/main" val="408876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6E94DE-04F6-4091-84A9-A93BC4A22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Son histoire</a:t>
            </a:r>
          </a:p>
          <a:p>
            <a:r>
              <a:rPr lang="fr-FR" dirty="0"/>
              <a:t>Son concept</a:t>
            </a:r>
          </a:p>
          <a:p>
            <a:r>
              <a:rPr lang="fr-FR" dirty="0"/>
              <a:t>Sa vision</a:t>
            </a:r>
          </a:p>
          <a:p>
            <a:r>
              <a:rPr lang="fr-FR" dirty="0"/>
              <a:t>Ses ambitions</a:t>
            </a:r>
          </a:p>
          <a:p>
            <a:r>
              <a:rPr lang="fr-FR" dirty="0"/>
              <a:t>Ses parties prenantes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DF34B3A-2D06-4EEB-8EF1-FC3C9B13C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93983"/>
            <a:ext cx="1635329" cy="1635329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2D413F07-5639-43C9-A176-FAF6961B1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2620" y="2186608"/>
            <a:ext cx="2667001" cy="2186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BBF6AADF-FD2F-41D2-A7F1-4203B6EA1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300" y="2451653"/>
            <a:ext cx="2300577" cy="287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ésultat de recherche d'images pour &quot;facebook&quot;">
            <a:extLst>
              <a:ext uri="{FF2B5EF4-FFF2-40B4-BE49-F238E27FC236}">
                <a16:creationId xmlns:a16="http://schemas.microsoft.com/office/drawing/2014/main" id="{BBE73E29-F508-471D-9F48-6A1549CB3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356" y="240433"/>
            <a:ext cx="569843" cy="46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ésultat de recherche d'images pour &quot;instagram&quot;">
            <a:extLst>
              <a:ext uri="{FF2B5EF4-FFF2-40B4-BE49-F238E27FC236}">
                <a16:creationId xmlns:a16="http://schemas.microsoft.com/office/drawing/2014/main" id="{737F071D-7CD9-479E-935E-3AD158EE8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094" y="240433"/>
            <a:ext cx="703401" cy="52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Résultat de recherche d'images pour &quot;youtube&quot;">
            <a:extLst>
              <a:ext uri="{FF2B5EF4-FFF2-40B4-BE49-F238E27FC236}">
                <a16:creationId xmlns:a16="http://schemas.microsoft.com/office/drawing/2014/main" id="{AB1E1253-0F5C-4FB5-9A6B-2FFDF91E0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390" y="206355"/>
            <a:ext cx="530088" cy="53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700B6E-DD19-4B06-87CF-81ECC21C8896}"/>
              </a:ext>
            </a:extLst>
          </p:cNvPr>
          <p:cNvSpPr/>
          <p:nvPr/>
        </p:nvSpPr>
        <p:spPr>
          <a:xfrm>
            <a:off x="3129313" y="1406363"/>
            <a:ext cx="1647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https://belpair.fr</a:t>
            </a:r>
          </a:p>
        </p:txBody>
      </p:sp>
      <p:sp>
        <p:nvSpPr>
          <p:cNvPr id="5" name="AutoShape 12" descr="Belpair_x_Jamel_Debbouze_custom_side">
            <a:extLst>
              <a:ext uri="{FF2B5EF4-FFF2-40B4-BE49-F238E27FC236}">
                <a16:creationId xmlns:a16="http://schemas.microsoft.com/office/drawing/2014/main" id="{0D13AAFE-0FAC-405D-ACA9-55F29D4B65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32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EBA71C-C10B-4869-8347-355EE85B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retour sur expérience</a:t>
            </a:r>
            <a:br>
              <a:rPr lang="fr-FR" dirty="0"/>
            </a:br>
            <a:r>
              <a:rPr lang="fr-FR" dirty="0"/>
              <a:t>                                               Axel et </a:t>
            </a:r>
            <a:r>
              <a:rPr lang="fr-FR" dirty="0" err="1"/>
              <a:t>yann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7E7912-5DA0-4F3E-89A0-CCA25C9BC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1855215"/>
            <a:ext cx="4645152" cy="568906"/>
          </a:xfrm>
        </p:spPr>
        <p:txBody>
          <a:bodyPr/>
          <a:lstStyle/>
          <a:p>
            <a:r>
              <a:rPr lang="fr-FR" dirty="0"/>
              <a:t>Le  vécu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E7A87C-E077-4D82-99C8-4B6F36B024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Les problématiques personnels durant  les études </a:t>
            </a:r>
          </a:p>
          <a:p>
            <a:r>
              <a:rPr lang="fr-FR" dirty="0"/>
              <a:t>Les plus beaux moments durant les études</a:t>
            </a:r>
          </a:p>
          <a:p>
            <a:r>
              <a:rPr lang="fr-FR" dirty="0"/>
              <a:t>Aujourd’hui ?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823E399-3608-4CFB-B5A9-775D659C7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Les conseils </a:t>
            </a:r>
          </a:p>
          <a:p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390EAF-99EB-4E6E-8D5F-A8DF02A4662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Pour l’année de terminale</a:t>
            </a:r>
          </a:p>
          <a:p>
            <a:r>
              <a:rPr lang="fr-FR" dirty="0"/>
              <a:t>Pour les choix d’orientation </a:t>
            </a:r>
            <a:r>
              <a:rPr lang="fr-FR" dirty="0" err="1"/>
              <a:t>post-bac</a:t>
            </a:r>
            <a:endParaRPr lang="fr-FR" dirty="0"/>
          </a:p>
          <a:p>
            <a:r>
              <a:rPr lang="fr-FR" dirty="0"/>
              <a:t>La vision à avoir</a:t>
            </a:r>
          </a:p>
        </p:txBody>
      </p:sp>
      <p:pic>
        <p:nvPicPr>
          <p:cNvPr id="8194" name="Picture 2" descr="Résultat de recherche d'images pour &quot;conseils&quot;">
            <a:extLst>
              <a:ext uri="{FF2B5EF4-FFF2-40B4-BE49-F238E27FC236}">
                <a16:creationId xmlns:a16="http://schemas.microsoft.com/office/drawing/2014/main" id="{EF01DED2-7981-467C-80AA-30E8A0387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146" y="32029"/>
            <a:ext cx="1942565" cy="180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Résultat de recherche d'images pour &quot;citation  de réussite&quot;">
            <a:extLst>
              <a:ext uri="{FF2B5EF4-FFF2-40B4-BE49-F238E27FC236}">
                <a16:creationId xmlns:a16="http://schemas.microsoft.com/office/drawing/2014/main" id="{BEA9E452-59A1-485B-8BBC-319C7B86EC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568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895AD-46CE-4B91-98EA-89A2A143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Questions      à </a:t>
            </a:r>
            <a:br>
              <a:rPr lang="fr-FR" dirty="0"/>
            </a:br>
            <a:r>
              <a:rPr lang="fr-FR" dirty="0"/>
              <a:t>					        Axel et Yann</a:t>
            </a:r>
          </a:p>
        </p:txBody>
      </p:sp>
      <p:pic>
        <p:nvPicPr>
          <p:cNvPr id="10242" name="Picture 2" descr="Résultat de recherche d'images pour &quot;question&quot;">
            <a:extLst>
              <a:ext uri="{FF2B5EF4-FFF2-40B4-BE49-F238E27FC236}">
                <a16:creationId xmlns:a16="http://schemas.microsoft.com/office/drawing/2014/main" id="{1AD7667B-B15C-455A-A579-652E1FE65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113" y="2605088"/>
            <a:ext cx="27717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934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ésultat de recherche d'images pour &quot;citation  de réussite&quot;">
            <a:extLst>
              <a:ext uri="{FF2B5EF4-FFF2-40B4-BE49-F238E27FC236}">
                <a16:creationId xmlns:a16="http://schemas.microsoft.com/office/drawing/2014/main" id="{C0D94A89-DBF8-4F46-B6EB-23E53CB0A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71" y="835302"/>
            <a:ext cx="2540690" cy="2451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ésultat de recherche d'images pour &quot;citation  de réussite&quot;">
            <a:extLst>
              <a:ext uri="{FF2B5EF4-FFF2-40B4-BE49-F238E27FC236}">
                <a16:creationId xmlns:a16="http://schemas.microsoft.com/office/drawing/2014/main" id="{CF5B671D-5CD0-4235-B088-2B328E9A0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487" y="539906"/>
            <a:ext cx="3332714" cy="2007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Résultat de recherche d'images pour &quot;citation  de réussite&quot;">
            <a:extLst>
              <a:ext uri="{FF2B5EF4-FFF2-40B4-BE49-F238E27FC236}">
                <a16:creationId xmlns:a16="http://schemas.microsoft.com/office/drawing/2014/main" id="{BB210DDE-3F8F-4E06-A7A2-4BD1151A7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591" y="3286540"/>
            <a:ext cx="3443287" cy="245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25D3CB3-699B-4898-8537-5D45F3F6745B}"/>
              </a:ext>
            </a:extLst>
          </p:cNvPr>
          <p:cNvSpPr txBox="1"/>
          <p:nvPr/>
        </p:nvSpPr>
        <p:spPr>
          <a:xfrm>
            <a:off x="4293704" y="278296"/>
            <a:ext cx="2902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C00000"/>
                </a:solidFill>
                <a:highlight>
                  <a:srgbClr val="FFFF00"/>
                </a:highlight>
              </a:rPr>
              <a:t>Les </a:t>
            </a:r>
            <a:r>
              <a:rPr lang="fr-FR" sz="2800" dirty="0">
                <a:solidFill>
                  <a:srgbClr val="C00000"/>
                </a:solidFill>
                <a:highlight>
                  <a:srgbClr val="FFFF00"/>
                </a:highlight>
              </a:rPr>
              <a:t>drivers</a:t>
            </a:r>
            <a:endParaRPr lang="fr-FR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555EDA4-0A60-4AD5-A4A1-842B85B5A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4663" y="344059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2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162</TotalTime>
  <Words>166</Words>
  <Application>Microsoft Office PowerPoint</Application>
  <PresentationFormat>Grand écran</PresentationFormat>
  <Paragraphs>46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Galerie</vt:lpstr>
      <vt:lpstr>Speed Meeting  au  </vt:lpstr>
      <vt:lpstr>Histoire de  Deux Jeunes entrepreneurs</vt:lpstr>
      <vt:lpstr>Parcours Suivi                                               par Yann RICHOL</vt:lpstr>
      <vt:lpstr>Parcours Suivi                                           Par Axel Loupéda</vt:lpstr>
      <vt:lpstr>La naissance       de l’entreprise</vt:lpstr>
      <vt:lpstr>Présentation PowerPoint</vt:lpstr>
      <vt:lpstr>Présentation PowerPoint</vt:lpstr>
      <vt:lpstr>Le retour sur expérience                                                Axel et yann</vt:lpstr>
      <vt:lpstr>Les Questions      à               Axel et Yann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 Meeting   Jeunes chefs d’entreprise Elèves de terminale Mercatique</dc:title>
  <dc:creator>camana murielle</dc:creator>
  <cp:lastModifiedBy>camana murielle</cp:lastModifiedBy>
  <cp:revision>15</cp:revision>
  <dcterms:created xsi:type="dcterms:W3CDTF">2019-11-19T23:50:31Z</dcterms:created>
  <dcterms:modified xsi:type="dcterms:W3CDTF">2019-11-20T02:32:46Z</dcterms:modified>
</cp:coreProperties>
</file>